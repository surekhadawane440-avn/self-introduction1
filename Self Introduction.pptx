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ekhadawane440@gmail.com" userId="c163d75722af8a83" providerId="LiveId" clId="{1BE57C79-DE62-460D-BCE7-B791C496101D}"/>
    <pc:docChg chg="modSld">
      <pc:chgData name="surekhadawane440@gmail.com" userId="c163d75722af8a83" providerId="LiveId" clId="{1BE57C79-DE62-460D-BCE7-B791C496101D}" dt="2026-06-29T14:16:28.472" v="6" actId="13926"/>
      <pc:docMkLst>
        <pc:docMk/>
      </pc:docMkLst>
      <pc:sldChg chg="modSp mod">
        <pc:chgData name="surekhadawane440@gmail.com" userId="c163d75722af8a83" providerId="LiveId" clId="{1BE57C79-DE62-460D-BCE7-B791C496101D}" dt="2026-06-29T14:16:28.472" v="6" actId="13926"/>
        <pc:sldMkLst>
          <pc:docMk/>
          <pc:sldMk cId="3767857138" sldId="256"/>
        </pc:sldMkLst>
        <pc:spChg chg="mod">
          <ac:chgData name="surekhadawane440@gmail.com" userId="c163d75722af8a83" providerId="LiveId" clId="{1BE57C79-DE62-460D-BCE7-B791C496101D}" dt="2026-06-29T14:15:55.175" v="2" actId="13926"/>
          <ac:spMkLst>
            <pc:docMk/>
            <pc:sldMk cId="3767857138" sldId="256"/>
            <ac:spMk id="2" creationId="{8F497CF9-B982-FD11-E001-C69D7813F9FD}"/>
          </ac:spMkLst>
        </pc:spChg>
        <pc:spChg chg="mod">
          <ac:chgData name="surekhadawane440@gmail.com" userId="c163d75722af8a83" providerId="LiveId" clId="{1BE57C79-DE62-460D-BCE7-B791C496101D}" dt="2026-06-29T14:16:28.472" v="6" actId="13926"/>
          <ac:spMkLst>
            <pc:docMk/>
            <pc:sldMk cId="3767857138" sldId="256"/>
            <ac:spMk id="3" creationId="{28B51123-931C-1EA9-3110-32A11260492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5B930D3-7D8E-4CB3-A89A-1C59E6ED87C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E6A8F0A-15FA-409C-8142-EDEA8364C84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990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930D3-7D8E-4CB3-A89A-1C59E6ED87C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F0A-15FA-409C-8142-EDEA8364C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261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930D3-7D8E-4CB3-A89A-1C59E6ED87C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F0A-15FA-409C-8142-EDEA8364C84E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508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930D3-7D8E-4CB3-A89A-1C59E6ED87C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F0A-15FA-409C-8142-EDEA8364C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067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930D3-7D8E-4CB3-A89A-1C59E6ED87C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F0A-15FA-409C-8142-EDEA8364C84E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832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930D3-7D8E-4CB3-A89A-1C59E6ED87C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F0A-15FA-409C-8142-EDEA8364C84E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327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930D3-7D8E-4CB3-A89A-1C59E6ED87C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F0A-15FA-409C-8142-EDEA8364C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564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930D3-7D8E-4CB3-A89A-1C59E6ED87C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F0A-15FA-409C-8142-EDEA8364C84E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80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930D3-7D8E-4CB3-A89A-1C59E6ED87C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F0A-15FA-409C-8142-EDEA8364C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76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930D3-7D8E-4CB3-A89A-1C59E6ED87C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F0A-15FA-409C-8142-EDEA8364C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387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930D3-7D8E-4CB3-A89A-1C59E6ED87C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F0A-15FA-409C-8142-EDEA8364C84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757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930D3-7D8E-4CB3-A89A-1C59E6ED87C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F0A-15FA-409C-8142-EDEA8364C84E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31176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930D3-7D8E-4CB3-A89A-1C59E6ED87C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F0A-15FA-409C-8142-EDEA8364C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1114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930D3-7D8E-4CB3-A89A-1C59E6ED87C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F0A-15FA-409C-8142-EDEA8364C84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7969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930D3-7D8E-4CB3-A89A-1C59E6ED87C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F0A-15FA-409C-8142-EDEA8364C84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934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930D3-7D8E-4CB3-A89A-1C59E6ED87C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F0A-15FA-409C-8142-EDEA8364C84E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3161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930D3-7D8E-4CB3-A89A-1C59E6ED87C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F0A-15FA-409C-8142-EDEA8364C84E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9157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5B930D3-7D8E-4CB3-A89A-1C59E6ED87C3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E6A8F0A-15FA-409C-8142-EDEA8364C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313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97CF9-B982-FD11-E001-C69D7813F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4254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Self Introduction</a:t>
            </a:r>
            <a:endParaRPr lang="en-IN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B51123-931C-1EA9-3110-32A1126049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6"/>
            <a:ext cx="6815669" cy="1669777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</a:rPr>
              <a:t>My Name is Surekha Dawane, I am from Pune.</a:t>
            </a:r>
          </a:p>
          <a:p>
            <a:r>
              <a:rPr lang="en-US" sz="2400" dirty="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</a:rPr>
              <a:t>I have Completed my B.Sc. In Computer Science</a:t>
            </a:r>
          </a:p>
          <a:p>
            <a:r>
              <a:rPr lang="en-US" sz="2400" dirty="0">
                <a:solidFill>
                  <a:schemeClr val="accent4">
                    <a:lumMod val="50000"/>
                  </a:schemeClr>
                </a:solidFill>
                <a:highlight>
                  <a:srgbClr val="C0C0C0"/>
                </a:highlight>
              </a:rPr>
              <a:t>Currently I am working with Allstate India Pvt Ltd.</a:t>
            </a:r>
            <a:endParaRPr lang="en-IN" sz="2400" dirty="0">
              <a:solidFill>
                <a:schemeClr val="accent4">
                  <a:lumMod val="50000"/>
                </a:schemeClr>
              </a:solidFill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678571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</TotalTime>
  <Words>34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Garamond</vt:lpstr>
      <vt:lpstr>Organic</vt:lpstr>
      <vt:lpstr>Self Introduction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surekhadawane440@gmail.com</dc:creator>
  <cp:lastModifiedBy>surekhadawane440@gmail.com</cp:lastModifiedBy>
  <cp:revision>1</cp:revision>
  <dcterms:created xsi:type="dcterms:W3CDTF">2026-06-29T14:12:00Z</dcterms:created>
  <dcterms:modified xsi:type="dcterms:W3CDTF">2026-06-29T14:16:30Z</dcterms:modified>
</cp:coreProperties>
</file>